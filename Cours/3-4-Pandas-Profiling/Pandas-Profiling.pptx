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5"/>
  </p:normalViewPr>
  <p:slideViewPr>
    <p:cSldViewPr snapToGrid="0" snapToObjects="1">
      <p:cViewPr varScale="1">
        <p:scale>
          <a:sx n="114" d="100"/>
          <a:sy n="11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46B3-0DB7-574F-8CC8-CE8F90D8A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83478-382C-0E47-8BC0-7E1E9BA04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B63AC-21C7-7D49-9691-45D6CF91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38E69-A1FE-8140-8271-89E57044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7DF07-9868-3140-9BFC-A4B0A3F3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41070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8CED-323D-6141-A738-28AEA142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492F-EAB8-8347-A525-85A4FF8BA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FE5DA-C09B-744B-BAC4-71822EC1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F0B54-8D0C-3749-B234-FCE36028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4CB66-105F-A145-AA13-AB5385AB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8506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3F63-7102-0544-8F89-5B4683FA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129FA-C3DA-B84A-AA6F-AFF0AF81D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08846-4B4B-5740-BF4D-10605DD3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DD89E-B720-834C-AF1C-261BBED7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A0DAF-FCFD-5F44-8909-A750CAA1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598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1772-2D3C-D244-8A63-E6869DB3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FB38-8634-6E45-94C5-F9CA85D6B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8EB05-CA10-B145-A672-5802A894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46E8F-6460-0244-BFD1-C9B772535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CE6D4-B886-1442-AAC4-5943390B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5E945-C25B-AA40-BD29-1C8D6999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7569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7825-989D-E448-B90C-C1EA31C31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675F3-387B-EC4F-805F-2B32C5032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B37DB-41F8-0C45-9D88-5852AE807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60EA8-1797-E047-8318-3FF3AC1DA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8260A-0840-8A4A-8A7D-EE888FF25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8C436-255B-3E48-B74E-C5DC2CD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E9755-21F9-E84B-92E8-D68639D4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A3795C-E165-1748-A187-BF9E3233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4511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39FF-E974-8141-8EB5-6BBA47AF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5E25B-FAF9-B542-A158-479C3A2D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8A6B3-19F7-2F4B-861D-90721F7F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C6ABE-A8AC-8247-96A9-4C1CDD22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121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EC80B-8412-8642-95F7-5394A4B6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5B50C-3D3D-674B-878A-0F60CD6C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F7CAE-E49F-A34C-A992-4CAE2924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235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65FD-C5C8-C74E-AC6A-0CF8E163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9D08E-E225-2244-9DCE-FBA2FB686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81387-27BB-7348-AAE9-CC92729E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6E773-1A7A-1147-A2A3-54F74034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97A6D-ACE2-E744-A52D-CFF4D869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C23D-0CF7-2746-B0B6-6FDD2633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8897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DC24-F411-C147-B5C7-2353302D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20BD6F-6E2B-1D4B-9000-F1B4F2E3A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8CF40-7D67-1342-B2F4-BC113C5E1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E2D68-6B6E-674E-B24E-65C9DD26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D0ADA-1791-9C4F-B914-C11E98DF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9C8E0-22A9-2D4A-81CD-FC72C2A3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6537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6A37-B1E4-F049-99CE-AD676224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424E2-7DEF-5E47-8F01-EB70E56ED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1D983-DBD3-5040-AEB2-1E963806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C26CB-5431-3A47-A385-32C6D4DC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6E423-6832-C24F-97D6-009130E8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7368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6D783-C8AF-1B49-BD04-5890BB2BB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47091-61A6-FF44-9C85-AA65CB51A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EAFDD-DEA4-6244-8BB3-08594240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3B7E8-E5A8-3C4A-94AD-65CD0D1B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56D1A-11AA-2543-932D-97BBC0B6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8988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4C8A9D-7086-D543-9595-12E27204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91DBE-8DBE-5F45-8D77-6B05D5983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734A2-E325-0B4A-BEBC-CB17580AA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CFE89-F870-364D-B39D-89510C204659}" type="datetimeFigureOut">
              <a:rPr lang="en-FR" smtClean="0"/>
              <a:t>24/10/2020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4BE01-A66A-6241-A7B2-EA2D9CE3C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84595-644B-3647-ADFE-3D455369E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30A95-BE52-1D4B-9E34-E6DCDFE917E4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185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ndas-profiling/pandas-profil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ml/machine-learning-databases/adult/adult.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6010-2127-8F4A-BA61-C89B0B2AD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858" y="5110423"/>
            <a:ext cx="10906061" cy="671540"/>
          </a:xfrm>
          <a:noFill/>
        </p:spPr>
        <p:txBody>
          <a:bodyPr anchor="ctr">
            <a:normAutofit/>
          </a:bodyPr>
          <a:lstStyle/>
          <a:p>
            <a:r>
              <a:rPr lang="en-FR" sz="4100"/>
              <a:t>Exploring Data Sets using Pandas Profiling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F3734-70BD-944B-B03F-AD314554D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858" y="5855843"/>
            <a:ext cx="10906061" cy="458470"/>
          </a:xfrm>
          <a:noFill/>
        </p:spPr>
        <p:txBody>
          <a:bodyPr>
            <a:normAutofit/>
          </a:bodyPr>
          <a:lstStyle/>
          <a:p>
            <a:r>
              <a:rPr lang="en-FR"/>
              <a:t>Khalid Belhajjame</a:t>
            </a:r>
            <a:endParaRPr lang="en-FR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482247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562" y="640091"/>
            <a:ext cx="8182876" cy="38811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GitHub - pandas-profiling/pandas-profiling: Create HTML profiling reports  from pandas DataFrame objects">
            <a:extLst>
              <a:ext uri="{FF2B5EF4-FFF2-40B4-BE49-F238E27FC236}">
                <a16:creationId xmlns:a16="http://schemas.microsoft.com/office/drawing/2014/main" id="{E4B119D2-5B21-734C-9EB2-CEE42F8681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9" r="-2" b="3720"/>
          <a:stretch/>
        </p:blipFill>
        <p:spPr bwMode="auto">
          <a:xfrm>
            <a:off x="2170029" y="804672"/>
            <a:ext cx="7851943" cy="355467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81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1F8C-B7FB-AC40-8F68-18DDF1106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664E-0C3B-A144-ABC2-1B8764DAC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311"/>
            <a:ext cx="10515600" cy="4552563"/>
          </a:xfrm>
        </p:spPr>
        <p:txBody>
          <a:bodyPr>
            <a:normAutofit/>
          </a:bodyPr>
          <a:lstStyle/>
          <a:p>
            <a:r>
              <a:rPr lang="en-GB" sz="2400" dirty="0"/>
              <a:t>Pandas Profiling is a library that extends the pandas </a:t>
            </a:r>
            <a:r>
              <a:rPr lang="en-GB" sz="2400" dirty="0" err="1"/>
              <a:t>DataFrame</a:t>
            </a:r>
            <a:r>
              <a:rPr lang="en-GB" sz="2400" dirty="0"/>
              <a:t> with </a:t>
            </a:r>
            <a:r>
              <a:rPr lang="en-GB" sz="2400" dirty="0" err="1"/>
              <a:t>df.profile_report</a:t>
            </a:r>
            <a:r>
              <a:rPr lang="en-GB" sz="2400" dirty="0"/>
              <a:t>() for quick data analysis.</a:t>
            </a:r>
          </a:p>
          <a:p>
            <a:r>
              <a:rPr lang="en-GB" sz="2400" dirty="0"/>
              <a:t>Specifically, for each columns it generates the following information</a:t>
            </a:r>
          </a:p>
          <a:p>
            <a:pPr lvl="1"/>
            <a:r>
              <a:rPr lang="en-GB" b="1" dirty="0"/>
              <a:t>Type inference</a:t>
            </a:r>
            <a:r>
              <a:rPr lang="en-GB" dirty="0"/>
              <a:t>: detect the types of columns in a </a:t>
            </a:r>
            <a:r>
              <a:rPr lang="en-GB" dirty="0" err="1"/>
              <a:t>dataframe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Essentials</a:t>
            </a:r>
            <a:r>
              <a:rPr lang="en-GB" dirty="0"/>
              <a:t>: unique values, missing values</a:t>
            </a:r>
          </a:p>
          <a:p>
            <a:pPr lvl="1"/>
            <a:r>
              <a:rPr lang="en-GB" b="1" dirty="0"/>
              <a:t>Quantile statistics</a:t>
            </a:r>
            <a:r>
              <a:rPr lang="en-GB" dirty="0"/>
              <a:t> like minimum value, median, maximum, range, interquartile range.</a:t>
            </a:r>
          </a:p>
          <a:p>
            <a:pPr lvl="1"/>
            <a:r>
              <a:rPr lang="en-GB" b="1" dirty="0"/>
              <a:t>Descriptive statistics</a:t>
            </a:r>
            <a:r>
              <a:rPr lang="en-GB" dirty="0"/>
              <a:t> like mean, mode, standard deviation, sum, median absolute deviation, coefficient of variation, kurtosis, skewness</a:t>
            </a:r>
          </a:p>
          <a:p>
            <a:pPr lvl="1"/>
            <a:r>
              <a:rPr lang="en-GB" b="1" dirty="0"/>
              <a:t>Most frequent values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201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1F8C-B7FB-AC40-8F68-18DDF1106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664E-0C3B-A144-ABC2-1B8764DAC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6"/>
          </a:xfrm>
        </p:spPr>
        <p:txBody>
          <a:bodyPr>
            <a:normAutofit/>
          </a:bodyPr>
          <a:lstStyle/>
          <a:p>
            <a:r>
              <a:rPr lang="en-GB" sz="2400" dirty="0"/>
              <a:t>Pandas Profiling is a library that extends the pandas </a:t>
            </a:r>
            <a:r>
              <a:rPr lang="en-GB" sz="2400" dirty="0" err="1"/>
              <a:t>DataFrame</a:t>
            </a:r>
            <a:r>
              <a:rPr lang="en-GB" sz="2400" dirty="0"/>
              <a:t> with </a:t>
            </a:r>
            <a:r>
              <a:rPr lang="en-GB" sz="2400" dirty="0" err="1"/>
              <a:t>df.profile_report</a:t>
            </a:r>
            <a:r>
              <a:rPr lang="en-GB" sz="2400" dirty="0"/>
              <a:t>() for quick data analysis.</a:t>
            </a:r>
          </a:p>
          <a:p>
            <a:r>
              <a:rPr lang="en-GB" sz="2400" dirty="0"/>
              <a:t>Specifically, for each columns it generates the following information</a:t>
            </a:r>
          </a:p>
          <a:p>
            <a:pPr lvl="1"/>
            <a:r>
              <a:rPr lang="en-GB" b="1" dirty="0"/>
              <a:t>Histogram</a:t>
            </a:r>
            <a:endParaRPr lang="en-GB" dirty="0"/>
          </a:p>
          <a:p>
            <a:pPr lvl="1"/>
            <a:r>
              <a:rPr lang="en-GB" b="1" dirty="0"/>
              <a:t>Correlations</a:t>
            </a:r>
            <a:r>
              <a:rPr lang="en-GB" dirty="0"/>
              <a:t> highlighting of highly correlated variables, Spearman, Pearson and Kendall matrices</a:t>
            </a:r>
          </a:p>
          <a:p>
            <a:pPr lvl="1"/>
            <a:r>
              <a:rPr lang="en-GB" b="1" dirty="0"/>
              <a:t>Missing values</a:t>
            </a:r>
            <a:r>
              <a:rPr lang="en-GB" dirty="0"/>
              <a:t> matrix, count, heatmap and dendrogram of missing values</a:t>
            </a:r>
          </a:p>
          <a:p>
            <a:pPr lvl="1"/>
            <a:r>
              <a:rPr lang="en-GB" b="1" dirty="0"/>
              <a:t>Text analysis</a:t>
            </a:r>
            <a:r>
              <a:rPr lang="en-GB" dirty="0"/>
              <a:t> learn about categories (Uppercase, Space), scripts (Latin, Cyrillic) and blocks (ASCII) of text data.</a:t>
            </a:r>
          </a:p>
          <a:p>
            <a:pPr lvl="1"/>
            <a:r>
              <a:rPr lang="en-GB" b="1" dirty="0"/>
              <a:t>File and Image analysis</a:t>
            </a:r>
            <a:r>
              <a:rPr lang="en-GB" dirty="0"/>
              <a:t> extract file sizes, creation dates and dimensions and scan for truncated images or those containing EXIF information</a:t>
            </a:r>
          </a:p>
        </p:txBody>
      </p:sp>
    </p:spTree>
    <p:extLst>
      <p:ext uri="{BB962C8B-B14F-4D97-AF65-F5344CB8AC3E}">
        <p14:creationId xmlns:p14="http://schemas.microsoft.com/office/powerpoint/2010/main" val="19495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E81E-96C1-A446-85F9-9E9449D2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E67E3-5B32-AA4B-AFBD-FFED6DAF4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243"/>
            <a:ext cx="10515600" cy="3946719"/>
          </a:xfrm>
        </p:spPr>
        <p:txBody>
          <a:bodyPr/>
          <a:lstStyle/>
          <a:p>
            <a:r>
              <a:rPr lang="en-FR" dirty="0"/>
              <a:t>You can find information on the installation of Pandas-Profiling on its dedicated github repository</a:t>
            </a:r>
          </a:p>
          <a:p>
            <a:pPr marL="457200" lvl="1" indent="0">
              <a:buNone/>
            </a:pPr>
            <a:r>
              <a:rPr lang="en-GB" dirty="0">
                <a:hlinkClick r:id="rId2"/>
              </a:rPr>
              <a:t>https://github.com/pandas-profiling/pandas-profiling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You will find within the same repository examples illustrating how datasets from different fields can be profiled.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45276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8631-B564-114E-B484-32AFB698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Example: Profiling Census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6C081-4E28-3F48-B8D6-27044ACA7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FR" sz="2400" dirty="0"/>
              <a:t>File subject to profiling</a:t>
            </a:r>
          </a:p>
          <a:p>
            <a:pPr marL="457200" lvl="1" indent="0">
              <a:buNone/>
            </a:pPr>
            <a:r>
              <a:rPr lang="en-GB" dirty="0">
                <a:hlinkClick r:id="rId2"/>
              </a:rPr>
              <a:t>https://archive.ics.uci.edu/ml/machine-learning-databases/adult/adult.data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sz="2400" dirty="0"/>
              <a:t>The </a:t>
            </a:r>
            <a:r>
              <a:rPr lang="en-GB" sz="2400" dirty="0" err="1"/>
              <a:t>Jupyter</a:t>
            </a:r>
            <a:r>
              <a:rPr lang="en-GB" sz="2400" dirty="0"/>
              <a:t> notebook together with a file describing the columns of the dataset can be downloaded here.</a:t>
            </a:r>
          </a:p>
          <a:p>
            <a:r>
              <a:rPr lang="en-GB" sz="2400" dirty="0"/>
              <a:t>Initialize the report</a:t>
            </a:r>
          </a:p>
          <a:p>
            <a:pPr marL="0" indent="0">
              <a:buNone/>
            </a:pPr>
            <a:r>
              <a:rPr lang="en-GB" sz="1800" dirty="0">
                <a:latin typeface="Courier" pitchFamily="2" charset="0"/>
              </a:rPr>
              <a:t>	</a:t>
            </a:r>
            <a:r>
              <a:rPr lang="en-GB" sz="1600" dirty="0">
                <a:latin typeface="Courier" pitchFamily="2" charset="0"/>
              </a:rPr>
              <a:t>&gt;&gt; profile = </a:t>
            </a:r>
            <a:r>
              <a:rPr lang="en-GB" sz="1600" dirty="0" err="1">
                <a:latin typeface="Courier" pitchFamily="2" charset="0"/>
              </a:rPr>
              <a:t>ProfileReport</a:t>
            </a:r>
            <a:r>
              <a:rPr lang="en-GB" sz="1600" dirty="0">
                <a:latin typeface="Courier" pitchFamily="2" charset="0"/>
              </a:rPr>
              <a:t>(df, title="Census Dataset", explorative=True)</a:t>
            </a:r>
          </a:p>
          <a:p>
            <a:r>
              <a:rPr lang="en-GB" sz="2400" dirty="0"/>
              <a:t>Write the profile report to an interactive HTML file</a:t>
            </a:r>
          </a:p>
          <a:p>
            <a:pPr marL="457200" lvl="1" indent="0">
              <a:buNone/>
            </a:pPr>
            <a:r>
              <a:rPr lang="en-GB" sz="1600" dirty="0"/>
              <a:t>	&gt;&gt; </a:t>
            </a:r>
            <a:r>
              <a:rPr lang="en-GB" sz="1600" dirty="0" err="1"/>
              <a:t>profile.to_file</a:t>
            </a:r>
            <a:r>
              <a:rPr lang="en-GB" sz="1600" dirty="0"/>
              <a:t>(Path("./</a:t>
            </a:r>
            <a:r>
              <a:rPr lang="en-GB" sz="1600" dirty="0" err="1"/>
              <a:t>census_report.html</a:t>
            </a:r>
            <a:r>
              <a:rPr lang="en-GB" sz="1600" dirty="0"/>
              <a:t>"))</a:t>
            </a:r>
          </a:p>
          <a:p>
            <a:pPr lvl="1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179380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347</Words>
  <Application>Microsoft Macintosh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</vt:lpstr>
      <vt:lpstr>Office Theme</vt:lpstr>
      <vt:lpstr>Exploring Data Sets using Pandas Profiling</vt:lpstr>
      <vt:lpstr>What is it?</vt:lpstr>
      <vt:lpstr>What is it?</vt:lpstr>
      <vt:lpstr>Useful Links</vt:lpstr>
      <vt:lpstr>Example: Profiling Census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Data Sets using Pandas Profiling</dc:title>
  <dc:creator>Khalid Belhajjame</dc:creator>
  <cp:lastModifiedBy>Khalid Belhajjame</cp:lastModifiedBy>
  <cp:revision>4</cp:revision>
  <dcterms:created xsi:type="dcterms:W3CDTF">2020-10-24T10:20:38Z</dcterms:created>
  <dcterms:modified xsi:type="dcterms:W3CDTF">2020-10-24T18:47:43Z</dcterms:modified>
</cp:coreProperties>
</file>